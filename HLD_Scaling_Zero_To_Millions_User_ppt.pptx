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61" r:id="rId2"/>
    <p:sldId id="260" r:id="rId3"/>
    <p:sldId id="259" r:id="rId4"/>
    <p:sldId id="258" r:id="rId5"/>
    <p:sldId id="257" r:id="rId6"/>
    <p:sldId id="256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609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246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8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21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128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049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31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00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41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79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57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ECE7A-383A-4C2B-B621-410E76E6A7CD}" type="datetimeFigureOut">
              <a:rPr lang="es-ES" smtClean="0"/>
              <a:t>11/01/2026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B5C11-BC23-45F0-A92C-88133D4FEE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732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5" y="4070127"/>
            <a:ext cx="7849280" cy="9297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20" y="1100614"/>
            <a:ext cx="5006774" cy="8839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800277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Single Server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2967335"/>
            <a:ext cx="1095538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Application and DB Server </a:t>
            </a:r>
            <a:r>
              <a:rPr lang="en-US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Seperation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488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3" y="2613954"/>
            <a:ext cx="11045021" cy="40288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013908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Load Balancer With Multiple Server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142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8" y="2034988"/>
            <a:ext cx="12025402" cy="47183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" y="0"/>
            <a:ext cx="816416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 Replication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937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685"/>
            <a:ext cx="12208298" cy="55783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8" y="753851"/>
            <a:ext cx="12017781" cy="61041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" y="0"/>
            <a:ext cx="816416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Cache Implementation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874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083"/>
            <a:ext cx="12192000" cy="61189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717" y="0"/>
            <a:ext cx="520344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CDN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561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646"/>
            <a:ext cx="11701225" cy="60063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" y="0"/>
            <a:ext cx="816416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Centre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865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81641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 Master Replication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329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23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vinay_mishra</dc:creator>
  <cp:lastModifiedBy>vinay_mishra</cp:lastModifiedBy>
  <cp:revision>2</cp:revision>
  <dcterms:created xsi:type="dcterms:W3CDTF">2026-01-11T07:09:05Z</dcterms:created>
  <dcterms:modified xsi:type="dcterms:W3CDTF">2026-01-11T07:17:57Z</dcterms:modified>
</cp:coreProperties>
</file>